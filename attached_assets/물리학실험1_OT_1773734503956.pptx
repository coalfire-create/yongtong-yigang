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0" r:id="rId5"/>
    <p:sldId id="266" r:id="rId6"/>
    <p:sldId id="264" r:id="rId7"/>
    <p:sldId id="265" r:id="rId8"/>
    <p:sldId id="26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AA3F32-FF98-3CBA-EFC8-938D741FB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73B9C5E-50CC-3CD6-3E05-B6B913CC44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529160-ED35-A3D1-1AC8-DF18D9976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5052-B24B-4656-8535-95D0343447E6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0B5E05-F8F3-186C-3162-5D115ECD4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5C78E7-1CF5-93D3-4BA4-5EC71E586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F034-7647-4D2A-9F3F-D3436A051F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0439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C89B33-AC7C-A343-D859-5C8D02DE9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ABA23B-7AC9-FBD9-5FFF-A480158F6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7F8587-A72F-FCC0-E3F0-89DF95F81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5052-B24B-4656-8535-95D0343447E6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CE9398-7BA6-4015-8CB7-5AD107E49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DE0357-F64F-F549-63CC-C5A98918C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F034-7647-4D2A-9F3F-D3436A051F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566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98FCE2-5D42-909B-963D-FA6812FAE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554831-780A-F669-F850-6E408D9FA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1BDC83-A81C-BF29-5C4B-FADB41CA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5052-B24B-4656-8535-95D0343447E6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37FEBB-D8F8-5898-253A-8A3751A8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4EEBA6-CE78-3783-D375-DC2CE5FE4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F034-7647-4D2A-9F3F-D3436A051F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588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F0B8E5-09FE-19F7-CF77-E3471D427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EFB820-FF64-C6CA-7C03-C83ABA2E91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C163F3-F209-0380-441C-1DF864435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9C2011-1D75-3449-AFAB-3C08EFDFF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5052-B24B-4656-8535-95D0343447E6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7E4741-EDC4-1739-AE39-C32B509CB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6A6B7-FF12-2A5E-D575-E9F05D03E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F034-7647-4D2A-9F3F-D3436A051F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7705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FD0AEB-D356-7138-EF05-8B1CB967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46CC65-0009-C2CE-E180-A83F80FF5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DC202D-FD32-64A4-39EC-7750FEE941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6F9D7C-48BB-379D-C438-FEB89AF967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73EC053-0112-829B-8E22-3C0E4C5C4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40229AA-DF88-CE72-205B-AC8620036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5052-B24B-4656-8535-95D0343447E6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9704577-334D-EC7A-7990-7E286AD56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C7905D8-5185-CE73-B4ED-688017356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F034-7647-4D2A-9F3F-D3436A051F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1296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982F9F-97F7-8DA3-1A64-E117AF20C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5A58089-DE33-C799-2F84-61D859CC3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5052-B24B-4656-8535-95D0343447E6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E15FB58-F91B-0F69-CE9C-CA3DD8341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052528-C284-4AE3-29C8-E0BF92D1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F034-7647-4D2A-9F3F-D3436A051F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08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A08B4C8-B49B-2C64-4CB3-2E8CA50EB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5052-B24B-4656-8535-95D0343447E6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60BDF63-FE67-1069-AE6F-D1D6E793D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1FF902-F8C9-2100-5C63-899C3FC62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F034-7647-4D2A-9F3F-D3436A051F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196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A4E19C-663B-63E7-C7DB-7F6C90162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9ACBA2-FC24-F249-845D-96C935DC6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4C40E5-6F2C-9D48-72C6-2AEAE750E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098AC1-2987-FBAE-C21C-EBBF09EB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5052-B24B-4656-8535-95D0343447E6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6F9C8F-A238-1AAF-D0CA-D1661297E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A97C4D-358C-1167-4BD0-DA8950F80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F034-7647-4D2A-9F3F-D3436A051F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0968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AB80CD-2C84-C5E1-E6E9-1C2F9638B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93A892-3A16-F91C-BE71-E55B2552B3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30010BB-3E94-0534-AB23-31D6411C7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9C1FE1-5EE9-1105-22EC-477F47886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5052-B24B-4656-8535-95D0343447E6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34CE32-0DFB-BA9D-EB65-42FAF53EF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0747CE-C29F-D7C0-2564-510180751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F034-7647-4D2A-9F3F-D3436A051F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679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EFAC3-E722-7C30-DCD7-C2DDA8759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C47B99-BBBF-85F9-3E85-1E06054A29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684CA5-59FD-0327-ACBA-D9ADDE0DC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5052-B24B-4656-8535-95D0343447E6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8AC463-3F9D-09A9-95BF-75E5497FE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6AA2E6-7492-B4D1-A418-B87598DDF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F034-7647-4D2A-9F3F-D3436A051F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14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5B47E28-8516-7226-9899-62D7B2BC03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81D58D4-C2D0-5DF2-6771-7E7D3BECB6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F70509-0E51-66E0-B8A9-43A9B9505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5052-B24B-4656-8535-95D0343447E6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8ED12E-F000-2961-B8BA-F512196A9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4C4365-85DF-D483-8735-4DF1F42AE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F034-7647-4D2A-9F3F-D3436A051F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347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DACFBE2-5128-EAF1-C9CA-F7CF1E631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72BD14-89FE-18A3-723D-2C09409AD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AB0CA4-721C-6E4D-E6B4-D243CABE58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EC5052-B24B-4656-8535-95D0343447E6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236134-7DDE-FB8C-B14E-CAC5C9463C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8AC0AF-B85E-9292-6FAB-FCEEE65E1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33F034-7647-4D2A-9F3F-D3436A051F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664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.kakao.com/o/g0E9bRji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ED3AA4-5B1A-147F-17C9-61BD64D6F2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59311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물리학 실험 </a:t>
            </a:r>
            <a:r>
              <a:rPr lang="en-US" altLang="ko-KR" dirty="0"/>
              <a:t>1 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sz="2400" dirty="0" err="1"/>
              <a:t>임호준</a:t>
            </a:r>
            <a:r>
              <a:rPr lang="ko-KR" altLang="en-US" sz="2400" dirty="0"/>
              <a:t> 교수님 목요일 </a:t>
            </a:r>
            <a:r>
              <a:rPr lang="en-US" altLang="ko-KR" sz="2400" dirty="0"/>
              <a:t>13</a:t>
            </a:r>
            <a:r>
              <a:rPr lang="ko-KR" altLang="en-US" sz="2400" dirty="0"/>
              <a:t>시 수업</a:t>
            </a:r>
            <a:br>
              <a:rPr lang="en-US" altLang="ko-KR" sz="2400" dirty="0"/>
            </a:br>
            <a:r>
              <a:rPr lang="ko-KR" altLang="en-US" sz="2400" dirty="0"/>
              <a:t>이나영 조교 </a:t>
            </a:r>
            <a:r>
              <a:rPr lang="en-US" altLang="ko-KR" sz="2400" dirty="0"/>
              <a:t>(leena0.0406@mju.ac.kr)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5550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08080-2898-EF76-CBBE-100A24726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0783CAB-492F-E3D9-6D70-F65F18286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351" y="684957"/>
            <a:ext cx="8743950" cy="9429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1DF8949-9304-6700-42CF-CD1AC2B92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2104" y="1894092"/>
            <a:ext cx="3068676" cy="426749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EA8C528-FF8D-21E7-CEAB-0F1455D09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1942" y="1809647"/>
            <a:ext cx="3068675" cy="43633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48FCDE-CC88-A1FB-8316-9BB6B3A4FD76}"/>
              </a:ext>
            </a:extLst>
          </p:cNvPr>
          <p:cNvSpPr txBox="1"/>
          <p:nvPr/>
        </p:nvSpPr>
        <p:spPr>
          <a:xfrm>
            <a:off x="4236390" y="6354758"/>
            <a:ext cx="4227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신학관 </a:t>
            </a:r>
            <a:r>
              <a:rPr lang="en-US" altLang="ko-KR" dirty="0"/>
              <a:t>2</a:t>
            </a:r>
            <a:r>
              <a:rPr lang="ko-KR" altLang="en-US" dirty="0"/>
              <a:t>층 서점 </a:t>
            </a:r>
            <a:r>
              <a:rPr lang="en-US" altLang="ko-KR" dirty="0"/>
              <a:t>or </a:t>
            </a:r>
            <a:r>
              <a:rPr lang="ko-KR" altLang="en-US" dirty="0"/>
              <a:t>온라인 구매 가능</a:t>
            </a:r>
          </a:p>
        </p:txBody>
      </p:sp>
    </p:spTree>
    <p:extLst>
      <p:ext uri="{BB962C8B-B14F-4D97-AF65-F5344CB8AC3E}">
        <p14:creationId xmlns:p14="http://schemas.microsoft.com/office/powerpoint/2010/main" val="3152291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FAC67-401F-ABEE-2505-090FC0813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A4112E8-B228-6CF2-0AAC-4FEC11741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157" y="0"/>
            <a:ext cx="72516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431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63D42D-3023-44F0-CD08-5DF055CC0610}"/>
              </a:ext>
            </a:extLst>
          </p:cNvPr>
          <p:cNvSpPr txBox="1"/>
          <p:nvPr/>
        </p:nvSpPr>
        <p:spPr>
          <a:xfrm>
            <a:off x="585243" y="1838486"/>
            <a:ext cx="10977492" cy="377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모든 </a:t>
            </a:r>
            <a:r>
              <a:rPr lang="ko-KR" altLang="en-US" dirty="0" err="1"/>
              <a:t>레포트</a:t>
            </a:r>
            <a:r>
              <a:rPr lang="en-US" altLang="ko-KR" dirty="0"/>
              <a:t>(</a:t>
            </a:r>
            <a:r>
              <a:rPr lang="ko-KR" altLang="en-US" dirty="0"/>
              <a:t>결과</a:t>
            </a:r>
            <a:r>
              <a:rPr lang="en-US" altLang="ko-KR" dirty="0"/>
              <a:t>, </a:t>
            </a:r>
            <a:r>
              <a:rPr lang="ko-KR" altLang="en-US" dirty="0"/>
              <a:t>예비</a:t>
            </a:r>
            <a:r>
              <a:rPr lang="en-US" altLang="ko-KR" dirty="0"/>
              <a:t>)</a:t>
            </a:r>
            <a:r>
              <a:rPr lang="ko-KR" altLang="en-US" dirty="0"/>
              <a:t>는 수기로 작성함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A4</a:t>
            </a:r>
            <a:r>
              <a:rPr lang="ko-KR" altLang="en-US" dirty="0"/>
              <a:t>용지가 아닌</a:t>
            </a:r>
            <a:r>
              <a:rPr lang="en-US" altLang="ko-KR" dirty="0"/>
              <a:t>, </a:t>
            </a:r>
            <a:r>
              <a:rPr lang="ko-KR" altLang="en-US" dirty="0"/>
              <a:t>일반적인 </a:t>
            </a:r>
            <a:r>
              <a:rPr lang="en-US" altLang="ko-KR" dirty="0"/>
              <a:t>80</a:t>
            </a:r>
            <a:r>
              <a:rPr lang="ko-KR" altLang="en-US" dirty="0"/>
              <a:t>매 노트로 작성 </a:t>
            </a:r>
            <a:r>
              <a:rPr lang="en-US" altLang="ko-KR" dirty="0"/>
              <a:t>(</a:t>
            </a:r>
            <a:r>
              <a:rPr lang="ko-KR" altLang="en-US" dirty="0"/>
              <a:t>스프링 </a:t>
            </a:r>
            <a:r>
              <a:rPr lang="en-US" altLang="ko-KR" dirty="0"/>
              <a:t>X, </a:t>
            </a:r>
            <a:r>
              <a:rPr lang="ko-KR" altLang="en-US" dirty="0"/>
              <a:t>뜯어지는 노트</a:t>
            </a:r>
            <a:r>
              <a:rPr lang="en-US" altLang="ko-KR" dirty="0"/>
              <a:t>(</a:t>
            </a:r>
            <a:r>
              <a:rPr lang="ko-KR" altLang="en-US" dirty="0" err="1"/>
              <a:t>리갈패드</a:t>
            </a:r>
            <a:r>
              <a:rPr lang="en-US" altLang="ko-KR" dirty="0"/>
              <a:t>) X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작성하는 노트는 이번 수업 끝까지 사용해야 함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노트를 잃어버릴 경우 처음부터 다시 작성해서 제출해야 하므로 잘 보관할 것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다 쓴 노트와 새로 사용할 노트는 떨어지지 않도록 붙여서 제출할 것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ex) </a:t>
            </a:r>
            <a:r>
              <a:rPr lang="ko-KR" altLang="en-US" dirty="0"/>
              <a:t>예비리포트 작성은 강의계획서를 참고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 err="1"/>
              <a:t>레포트</a:t>
            </a:r>
            <a:r>
              <a:rPr lang="ko-KR" altLang="en-US" dirty="0"/>
              <a:t> 제출은 매주 화요일 오후 </a:t>
            </a:r>
            <a:r>
              <a:rPr lang="en-US" altLang="ko-KR" dirty="0"/>
              <a:t>5</a:t>
            </a:r>
            <a:r>
              <a:rPr lang="ko-KR" altLang="en-US" dirty="0"/>
              <a:t>시까지</a:t>
            </a:r>
            <a:r>
              <a:rPr lang="en-US" altLang="ko-KR" dirty="0"/>
              <a:t>,</a:t>
            </a:r>
            <a:r>
              <a:rPr lang="ko-KR" altLang="en-US" dirty="0"/>
              <a:t> 차세대 과학관 </a:t>
            </a:r>
            <a:r>
              <a:rPr lang="en-US" altLang="ko-KR" dirty="0"/>
              <a:t>3</a:t>
            </a:r>
            <a:r>
              <a:rPr lang="ko-KR" altLang="en-US" dirty="0"/>
              <a:t>층 엘리베이터 내려서 오른쪽 </a:t>
            </a:r>
            <a:r>
              <a:rPr lang="ko-KR" altLang="en-US" dirty="0" err="1"/>
              <a:t>레포트함에</a:t>
            </a:r>
            <a:r>
              <a:rPr lang="ko-KR" altLang="en-US" dirty="0"/>
              <a:t> 제출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  - </a:t>
            </a:r>
            <a:r>
              <a:rPr lang="ko-KR" altLang="en-US" dirty="0" err="1"/>
              <a:t>임호준</a:t>
            </a:r>
            <a:r>
              <a:rPr lang="ko-KR" altLang="en-US" dirty="0"/>
              <a:t> 교수님</a:t>
            </a:r>
            <a:r>
              <a:rPr lang="en-US" altLang="ko-KR" dirty="0"/>
              <a:t>/</a:t>
            </a:r>
            <a:r>
              <a:rPr lang="ko-KR" altLang="en-US" dirty="0"/>
              <a:t>이나영 조교 </a:t>
            </a:r>
            <a:r>
              <a:rPr lang="en-US" altLang="ko-KR" dirty="0"/>
              <a:t>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E83212-54C2-51D4-056B-ABC3BF3D5932}"/>
              </a:ext>
            </a:extLst>
          </p:cNvPr>
          <p:cNvSpPr txBox="1"/>
          <p:nvPr/>
        </p:nvSpPr>
        <p:spPr>
          <a:xfrm>
            <a:off x="585244" y="704403"/>
            <a:ext cx="431613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Wingdings" panose="05000000000000000000" pitchFamily="2" charset="2"/>
              <a:buChar char="v"/>
            </a:pPr>
            <a:r>
              <a:rPr lang="ko-KR" altLang="en-US" sz="2400" dirty="0"/>
              <a:t> </a:t>
            </a:r>
            <a:r>
              <a:rPr lang="ko-KR" altLang="en-US" sz="2700" dirty="0" err="1"/>
              <a:t>레포트</a:t>
            </a:r>
            <a:endParaRPr lang="ko-KR" altLang="en-US" sz="2700" dirty="0"/>
          </a:p>
        </p:txBody>
      </p:sp>
    </p:spTree>
    <p:extLst>
      <p:ext uri="{BB962C8B-B14F-4D97-AF65-F5344CB8AC3E}">
        <p14:creationId xmlns:p14="http://schemas.microsoft.com/office/powerpoint/2010/main" val="321928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D37D9-61FE-EFE4-39FD-91ECF82CF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3D5986-7935-27E9-B927-0D86FC690801}"/>
              </a:ext>
            </a:extLst>
          </p:cNvPr>
          <p:cNvSpPr txBox="1"/>
          <p:nvPr/>
        </p:nvSpPr>
        <p:spPr>
          <a:xfrm>
            <a:off x="457574" y="775253"/>
            <a:ext cx="431613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Wingdings" panose="05000000000000000000" pitchFamily="2" charset="2"/>
              <a:buChar char="v"/>
            </a:pPr>
            <a:r>
              <a:rPr lang="ko-KR" altLang="en-US" sz="2400" dirty="0"/>
              <a:t> </a:t>
            </a:r>
            <a:r>
              <a:rPr lang="ko-KR" altLang="en-US" sz="2700" dirty="0"/>
              <a:t>성적 관련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C9075C-C9E4-DB47-524A-600B84B34DEE}"/>
              </a:ext>
            </a:extLst>
          </p:cNvPr>
          <p:cNvSpPr txBox="1"/>
          <p:nvPr/>
        </p:nvSpPr>
        <p:spPr>
          <a:xfrm>
            <a:off x="457574" y="1743442"/>
            <a:ext cx="10475897" cy="2947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ko-KR" altLang="en-US" dirty="0"/>
              <a:t>지각 </a:t>
            </a:r>
            <a:r>
              <a:rPr kumimoji="1" lang="en-US" altLang="ko-KR" dirty="0"/>
              <a:t>3</a:t>
            </a:r>
            <a:r>
              <a:rPr kumimoji="1" lang="ko-KR" altLang="en-US" dirty="0"/>
              <a:t>회는 결석 </a:t>
            </a:r>
            <a:r>
              <a:rPr kumimoji="1" lang="en-US" altLang="ko-KR" dirty="0"/>
              <a:t>1</a:t>
            </a:r>
            <a:r>
              <a:rPr kumimoji="1" lang="ko-KR" altLang="en-US" dirty="0"/>
              <a:t>회</a:t>
            </a:r>
            <a:endParaRPr kumimoji="1"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ko-KR" altLang="en-US" dirty="0"/>
              <a:t>전체 수업의 </a:t>
            </a:r>
            <a:r>
              <a:rPr kumimoji="1" lang="en-US" altLang="ko-KR" dirty="0"/>
              <a:t>¼</a:t>
            </a:r>
            <a:r>
              <a:rPr kumimoji="1" lang="ko-KR" altLang="en-US" dirty="0"/>
              <a:t> 이상 결석시에는 </a:t>
            </a:r>
            <a:r>
              <a:rPr kumimoji="1" lang="en-US" altLang="ko-KR" dirty="0"/>
              <a:t>F</a:t>
            </a:r>
            <a:r>
              <a:rPr kumimoji="1" lang="ko-KR" altLang="en-US" dirty="0"/>
              <a:t>임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(</a:t>
            </a:r>
            <a:r>
              <a:rPr kumimoji="1" lang="ko-KR" altLang="en-US" dirty="0" err="1"/>
              <a:t>물실</a:t>
            </a:r>
            <a:r>
              <a:rPr kumimoji="1" lang="ko-KR" altLang="en-US" dirty="0"/>
              <a:t> 같은 경우 최대 결석</a:t>
            </a:r>
            <a:r>
              <a:rPr kumimoji="1" lang="en-US" altLang="ko-KR" dirty="0"/>
              <a:t>3</a:t>
            </a:r>
            <a:r>
              <a:rPr kumimoji="1" lang="ko-KR" altLang="en-US" dirty="0"/>
              <a:t>번</a:t>
            </a:r>
            <a:r>
              <a:rPr kumimoji="1" lang="en-US" altLang="ko-KR" dirty="0"/>
              <a:t>,</a:t>
            </a:r>
            <a:r>
              <a:rPr kumimoji="1" lang="ko-KR" altLang="en-US" dirty="0"/>
              <a:t> 지각 </a:t>
            </a:r>
            <a:r>
              <a:rPr kumimoji="1" lang="en-US" altLang="ko-KR" dirty="0"/>
              <a:t>2</a:t>
            </a:r>
            <a:r>
              <a:rPr kumimoji="1" lang="ko-KR" altLang="en-US" dirty="0"/>
              <a:t>번까지</a:t>
            </a:r>
            <a:r>
              <a:rPr kumimoji="1" lang="en-US" altLang="ko-KR" dirty="0"/>
              <a:t>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ko-KR" dirty="0"/>
              <a:t>U-check</a:t>
            </a:r>
            <a:r>
              <a:rPr kumimoji="1" lang="ko-KR" altLang="en-US" dirty="0"/>
              <a:t> 상으로는 </a:t>
            </a:r>
            <a:r>
              <a:rPr kumimoji="1" lang="en-US" altLang="ko-KR" dirty="0"/>
              <a:t>15</a:t>
            </a:r>
            <a:r>
              <a:rPr kumimoji="1" lang="ko-KR" altLang="en-US" dirty="0"/>
              <a:t>분 이상 지각이나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물실은</a:t>
            </a:r>
            <a:r>
              <a:rPr kumimoji="1" lang="ko-KR" altLang="en-US" dirty="0"/>
              <a:t> 수기 출석을 기본으로 함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r>
              <a:rPr kumimoji="1" lang="en-US" altLang="ko-KR" dirty="0"/>
              <a:t>U-check</a:t>
            </a:r>
            <a:r>
              <a:rPr kumimoji="1" lang="ko-KR" altLang="en-US" dirty="0"/>
              <a:t>으로 출석처리가 되어있어도</a:t>
            </a:r>
            <a:r>
              <a:rPr kumimoji="1" lang="en-US" altLang="ko-KR" dirty="0"/>
              <a:t>, </a:t>
            </a:r>
            <a:r>
              <a:rPr kumimoji="1" lang="ko-KR" altLang="en-US" dirty="0"/>
              <a:t>수기 출석이 결석처리라면 최종적으로 결석임</a:t>
            </a:r>
            <a:r>
              <a:rPr kumimoji="1"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ko-Kore-KR" altLang="en-US" dirty="0"/>
              <a:t>유고결석</a:t>
            </a:r>
            <a:r>
              <a:rPr kumimoji="1" lang="ko-KR" altLang="en-US"/>
              <a:t>계는 반드시 유고결석신청서</a:t>
            </a:r>
            <a:r>
              <a:rPr kumimoji="1" lang="en-US" altLang="ko-KR" dirty="0"/>
              <a:t>(</a:t>
            </a:r>
            <a:r>
              <a:rPr kumimoji="1" lang="ko-KR" altLang="en-US" dirty="0"/>
              <a:t>주임교수님 서명</a:t>
            </a:r>
            <a:r>
              <a:rPr kumimoji="1" lang="en-US" altLang="ko-KR" dirty="0"/>
              <a:t>O)</a:t>
            </a:r>
            <a:r>
              <a:rPr kumimoji="1" lang="ko-KR" altLang="en-US" dirty="0"/>
              <a:t>와 증빙서류를 같이 조교에게 제출할 것</a:t>
            </a:r>
            <a:r>
              <a:rPr kumimoji="1"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ko-Kore-KR" altLang="en-US" dirty="0"/>
              <a:t>성적</a:t>
            </a:r>
            <a:r>
              <a:rPr kumimoji="1" lang="ko-KR" altLang="en-US"/>
              <a:t> </a:t>
            </a:r>
            <a:r>
              <a:rPr kumimoji="1" lang="ko-KR" altLang="en-US" dirty="0"/>
              <a:t>기준은 출석 </a:t>
            </a:r>
            <a:r>
              <a:rPr kumimoji="1" lang="en-US" altLang="ko-KR" dirty="0"/>
              <a:t>30%,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레포트</a:t>
            </a:r>
            <a:r>
              <a:rPr kumimoji="1" lang="ko-KR" altLang="en-US" dirty="0"/>
              <a:t> </a:t>
            </a:r>
            <a:r>
              <a:rPr kumimoji="1" lang="en-US" altLang="ko-KR" dirty="0"/>
              <a:t>40%,</a:t>
            </a:r>
            <a:r>
              <a:rPr kumimoji="1" lang="ko-KR" altLang="en-US" dirty="0"/>
              <a:t> 시험 </a:t>
            </a:r>
            <a:r>
              <a:rPr kumimoji="1" lang="en-US" altLang="ko-KR" dirty="0"/>
              <a:t>20%,</a:t>
            </a:r>
            <a:r>
              <a:rPr kumimoji="1" lang="ko-KR" altLang="en-US" dirty="0"/>
              <a:t> 기타</a:t>
            </a:r>
            <a:r>
              <a:rPr kumimoji="1" lang="en-US" altLang="ko-KR" dirty="0"/>
              <a:t>(</a:t>
            </a:r>
            <a:r>
              <a:rPr kumimoji="1" lang="ko-KR" altLang="en-US" dirty="0"/>
              <a:t>태도 점수 등</a:t>
            </a:r>
            <a:r>
              <a:rPr kumimoji="1" lang="en-US" altLang="ko-KR" dirty="0"/>
              <a:t>)</a:t>
            </a:r>
            <a:r>
              <a:rPr kumimoji="1" lang="ko-KR" altLang="en-US" dirty="0"/>
              <a:t> </a:t>
            </a:r>
            <a:r>
              <a:rPr kumimoji="1" lang="en-US" altLang="ko-KR" dirty="0"/>
              <a:t>10%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ko-KR" altLang="en-US" dirty="0"/>
              <a:t>출석 점수에서 </a:t>
            </a:r>
            <a:r>
              <a:rPr kumimoji="1" lang="en-US" altLang="ko-KR" dirty="0"/>
              <a:t>30</a:t>
            </a:r>
            <a:r>
              <a:rPr kumimoji="1" lang="ko-KR" altLang="en-US" dirty="0"/>
              <a:t>점 만점에서 지각은 </a:t>
            </a:r>
            <a:r>
              <a:rPr kumimoji="1" lang="en-US" altLang="ko-KR" dirty="0"/>
              <a:t>-2</a:t>
            </a:r>
            <a:r>
              <a:rPr kumimoji="1" lang="ko-KR" altLang="en-US" dirty="0"/>
              <a:t>점</a:t>
            </a:r>
            <a:r>
              <a:rPr kumimoji="1" lang="en-US" altLang="ko-KR" dirty="0"/>
              <a:t>,</a:t>
            </a:r>
            <a:r>
              <a:rPr kumimoji="1" lang="ko-KR" altLang="en-US" dirty="0"/>
              <a:t> 결석은 </a:t>
            </a:r>
            <a:r>
              <a:rPr kumimoji="1" lang="en-US" altLang="ko-KR" dirty="0"/>
              <a:t>-5</a:t>
            </a:r>
            <a:r>
              <a:rPr kumimoji="1" lang="ko-KR" altLang="en-US" dirty="0"/>
              <a:t>점으로 출석 영향 큼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73088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D12BB-1781-5F72-7264-BB6C06C2C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80C73F-0CA5-F790-9FDF-F9C92D2BBE04}"/>
              </a:ext>
            </a:extLst>
          </p:cNvPr>
          <p:cNvSpPr txBox="1"/>
          <p:nvPr/>
        </p:nvSpPr>
        <p:spPr>
          <a:xfrm>
            <a:off x="4608214" y="162543"/>
            <a:ext cx="726087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700" dirty="0"/>
              <a:t>Report</a:t>
            </a:r>
            <a:r>
              <a:rPr lang="ko-KR" altLang="en-US" sz="2700" dirty="0"/>
              <a:t> 작성법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4ECE61-2515-D020-4809-496A72D937DF}"/>
              </a:ext>
            </a:extLst>
          </p:cNvPr>
          <p:cNvSpPr txBox="1"/>
          <p:nvPr/>
        </p:nvSpPr>
        <p:spPr>
          <a:xfrm>
            <a:off x="1656785" y="751344"/>
            <a:ext cx="8102851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예비 </a:t>
            </a:r>
            <a:r>
              <a:rPr lang="en-US" altLang="ko-KR" sz="1600" dirty="0"/>
              <a:t>Report</a:t>
            </a:r>
          </a:p>
          <a:p>
            <a:endParaRPr lang="en-US" altLang="ko-KR" sz="1600" dirty="0"/>
          </a:p>
          <a:p>
            <a:pPr marL="342900" indent="-342900">
              <a:buAutoNum type="arabicPeriod"/>
            </a:pPr>
            <a:r>
              <a:rPr lang="ko-KR" altLang="en-US" sz="1600" dirty="0"/>
              <a:t>실험 날짜</a:t>
            </a:r>
            <a:r>
              <a:rPr lang="en-US" altLang="ko-KR" sz="1600" dirty="0"/>
              <a:t> 2026</a:t>
            </a:r>
            <a:r>
              <a:rPr lang="ko-KR" altLang="en-US" sz="1600" dirty="0"/>
              <a:t>년   월   일  요일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2.  </a:t>
            </a:r>
            <a:r>
              <a:rPr lang="ko-KR" altLang="en-US" sz="1600" dirty="0"/>
              <a:t>실험제목 </a:t>
            </a:r>
            <a:r>
              <a:rPr lang="en-US" altLang="ko-KR" sz="1600" dirty="0"/>
              <a:t>: </a:t>
            </a:r>
            <a:r>
              <a:rPr lang="ko-KR" altLang="en-US" sz="1600" dirty="0"/>
              <a:t>교재 참고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3.  </a:t>
            </a:r>
            <a:r>
              <a:rPr lang="ko-KR" altLang="en-US" sz="1600" dirty="0"/>
              <a:t>실험목적</a:t>
            </a:r>
            <a:r>
              <a:rPr lang="en-US" altLang="ko-KR" sz="1600" dirty="0"/>
              <a:t> : </a:t>
            </a:r>
            <a:r>
              <a:rPr lang="ko-KR" altLang="en-US" sz="1600" dirty="0"/>
              <a:t>교재 참고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4.  </a:t>
            </a:r>
            <a:r>
              <a:rPr lang="ko-KR" altLang="en-US" sz="1600" dirty="0"/>
              <a:t>실험장비</a:t>
            </a:r>
            <a:r>
              <a:rPr lang="en-US" altLang="ko-KR" sz="1600" dirty="0"/>
              <a:t> : </a:t>
            </a:r>
            <a:r>
              <a:rPr lang="ko-KR" altLang="en-US" sz="1600" dirty="0"/>
              <a:t>교재 참고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5. </a:t>
            </a:r>
            <a:r>
              <a:rPr lang="ko-KR" altLang="en-US" sz="1600" dirty="0"/>
              <a:t>실험 이론 </a:t>
            </a:r>
            <a:r>
              <a:rPr lang="en-US" altLang="ko-KR" sz="1600" dirty="0"/>
              <a:t>(</a:t>
            </a:r>
            <a:r>
              <a:rPr lang="ko-KR" altLang="en-US" sz="1600" dirty="0"/>
              <a:t>중요</a:t>
            </a:r>
            <a:r>
              <a:rPr lang="en-US" altLang="ko-KR" sz="1600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sz="1600" dirty="0"/>
              <a:t> </a:t>
            </a:r>
            <a:r>
              <a:rPr lang="ko-KR" altLang="en-US" sz="1600" dirty="0"/>
              <a:t>교재 참고 및 물리학 교재 참고 혹은 기타 서적 및 논문 참고 가능</a:t>
            </a:r>
            <a:endParaRPr lang="en-US" altLang="ko-KR" sz="1600" dirty="0"/>
          </a:p>
          <a:p>
            <a:r>
              <a:rPr lang="en-US" altLang="ko-KR" sz="1600" dirty="0"/>
              <a:t>( </a:t>
            </a:r>
            <a:r>
              <a:rPr lang="ko-KR" altLang="en-US" sz="1600" dirty="0"/>
              <a:t>항상 </a:t>
            </a:r>
            <a:r>
              <a:rPr lang="en-US" altLang="ko-KR" sz="1600" dirty="0"/>
              <a:t>reference</a:t>
            </a:r>
            <a:r>
              <a:rPr lang="ko-KR" altLang="en-US" sz="1600" dirty="0"/>
              <a:t>를 </a:t>
            </a:r>
            <a:r>
              <a:rPr lang="ko-KR" altLang="en-US" sz="1600" dirty="0" err="1"/>
              <a:t>달아주셔야</a:t>
            </a:r>
            <a:r>
              <a:rPr lang="ko-KR" altLang="en-US" sz="1600" dirty="0"/>
              <a:t> 됩니다</a:t>
            </a:r>
            <a:r>
              <a:rPr lang="en-US" altLang="ko-KR" sz="1600" dirty="0"/>
              <a:t>)</a:t>
            </a:r>
          </a:p>
          <a:p>
            <a:endParaRPr lang="en-US" altLang="ko-KR" sz="1600" dirty="0"/>
          </a:p>
          <a:p>
            <a:r>
              <a:rPr lang="en-US" altLang="ko-KR" sz="1600" dirty="0"/>
              <a:t>6. </a:t>
            </a:r>
            <a:r>
              <a:rPr lang="ko-KR" altLang="en-US" sz="1600" dirty="0"/>
              <a:t>실험 방법 </a:t>
            </a:r>
            <a:r>
              <a:rPr lang="en-US" altLang="ko-KR" sz="1600" dirty="0"/>
              <a:t>:  </a:t>
            </a:r>
            <a:r>
              <a:rPr lang="ko-KR" altLang="en-US" sz="1600" dirty="0"/>
              <a:t>교재 참고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7. </a:t>
            </a:r>
            <a:r>
              <a:rPr lang="ko-KR" altLang="en-US" sz="1600" dirty="0"/>
              <a:t>실생활의 예 </a:t>
            </a:r>
            <a:r>
              <a:rPr lang="en-US" altLang="ko-KR" sz="1600" dirty="0"/>
              <a:t>: 2</a:t>
            </a:r>
            <a:r>
              <a:rPr lang="ko-KR" altLang="en-US" sz="1600" dirty="0"/>
              <a:t>가지 이상 적어주세요</a:t>
            </a:r>
            <a:r>
              <a:rPr lang="en-US" altLang="ko-KR" sz="16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sz="1600" dirty="0"/>
              <a:t>이론 및 실험 장비</a:t>
            </a:r>
            <a:r>
              <a:rPr lang="en-US" altLang="ko-KR" sz="1600" dirty="0"/>
              <a:t>, </a:t>
            </a:r>
            <a:r>
              <a:rPr lang="ko-KR" altLang="en-US" sz="1600" dirty="0"/>
              <a:t>해당 예비 실험 관련된 실생활 예시 입니다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/>
              <a:t>8. </a:t>
            </a:r>
            <a:r>
              <a:rPr lang="ko-KR" altLang="en-US" sz="1600" dirty="0"/>
              <a:t>참고 문헌</a:t>
            </a:r>
            <a:r>
              <a:rPr lang="en-US" altLang="ko-KR" sz="1600" dirty="0"/>
              <a:t>: </a:t>
            </a:r>
            <a:r>
              <a:rPr lang="ko-KR" altLang="en-US" sz="1600" dirty="0"/>
              <a:t>위 내용을 적는데 사용한 서적 및 인터넷 사이트 </a:t>
            </a: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292754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93646-CEEA-1C32-A597-19E6DDA0B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2234ED-0690-6877-8F85-8F2CB1153AC1}"/>
              </a:ext>
            </a:extLst>
          </p:cNvPr>
          <p:cNvSpPr txBox="1"/>
          <p:nvPr/>
        </p:nvSpPr>
        <p:spPr>
          <a:xfrm>
            <a:off x="4608214" y="162543"/>
            <a:ext cx="726087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700" dirty="0"/>
              <a:t>Report</a:t>
            </a:r>
            <a:r>
              <a:rPr lang="ko-KR" altLang="en-US" sz="2700" dirty="0"/>
              <a:t> 작성법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193303-5AA7-B7D5-E453-DB80C838C838}"/>
              </a:ext>
            </a:extLst>
          </p:cNvPr>
          <p:cNvSpPr txBox="1"/>
          <p:nvPr/>
        </p:nvSpPr>
        <p:spPr>
          <a:xfrm>
            <a:off x="1611518" y="670374"/>
            <a:ext cx="8102851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결과 </a:t>
            </a:r>
            <a:r>
              <a:rPr lang="en-US" altLang="ko-KR" sz="1400" dirty="0"/>
              <a:t>Report</a:t>
            </a:r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실험 날짜</a:t>
            </a:r>
            <a:r>
              <a:rPr lang="en-US" altLang="ko-KR" sz="1400" dirty="0"/>
              <a:t> 2026</a:t>
            </a:r>
            <a:r>
              <a:rPr lang="ko-KR" altLang="en-US" sz="1400" dirty="0"/>
              <a:t>년   월   일  요일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2.  </a:t>
            </a:r>
            <a:r>
              <a:rPr lang="ko-KR" altLang="en-US" sz="1400" dirty="0"/>
              <a:t>실험제목 </a:t>
            </a:r>
            <a:r>
              <a:rPr lang="en-US" altLang="ko-KR" sz="1400" dirty="0"/>
              <a:t>: </a:t>
            </a:r>
            <a:r>
              <a:rPr lang="ko-KR" altLang="en-US" sz="1400" dirty="0"/>
              <a:t>교재 참고</a:t>
            </a:r>
            <a:endParaRPr lang="en-US" altLang="ko-KR" sz="1400" dirty="0"/>
          </a:p>
          <a:p>
            <a:endParaRPr lang="en-US" altLang="ko-KR" sz="1400" dirty="0"/>
          </a:p>
          <a:p>
            <a:pPr marL="342900" indent="-342900">
              <a:buAutoNum type="arabicPeriod" startAt="3"/>
            </a:pPr>
            <a:r>
              <a:rPr lang="en-US" altLang="ko-KR" sz="1400" dirty="0"/>
              <a:t>Data </a:t>
            </a:r>
            <a:r>
              <a:rPr lang="ko-KR" altLang="en-US" sz="1400" dirty="0"/>
              <a:t>및 실험 결과</a:t>
            </a:r>
            <a:r>
              <a:rPr lang="en-US" altLang="ko-KR" sz="1400" dirty="0"/>
              <a:t> :</a:t>
            </a:r>
          </a:p>
          <a:p>
            <a:r>
              <a:rPr lang="en-US" altLang="ko-KR" sz="1400" dirty="0"/>
              <a:t>Data: </a:t>
            </a:r>
            <a:r>
              <a:rPr lang="ko-KR" altLang="en-US" sz="1400" dirty="0"/>
              <a:t>실험 할 때 측정한 값을 작성 </a:t>
            </a:r>
            <a:r>
              <a:rPr lang="en-US" altLang="ko-KR" sz="1400" dirty="0"/>
              <a:t>: </a:t>
            </a:r>
            <a:r>
              <a:rPr lang="ko-KR" altLang="en-US" sz="1400" dirty="0"/>
              <a:t>표나 그래프 이용</a:t>
            </a:r>
            <a:endParaRPr lang="en-US" altLang="ko-KR" sz="1400" dirty="0"/>
          </a:p>
          <a:p>
            <a:r>
              <a:rPr lang="ko-KR" altLang="en-US" sz="1400" dirty="0"/>
              <a:t>표나 그래프를 직접 수기로 표현 하셔도 되지만</a:t>
            </a:r>
            <a:r>
              <a:rPr lang="en-US" altLang="ko-KR" sz="1400" dirty="0"/>
              <a:t>, </a:t>
            </a:r>
            <a:r>
              <a:rPr lang="ko-KR" altLang="en-US" sz="1400" dirty="0"/>
              <a:t>인쇄하여 레포트에 붙이셔도 됩니다</a:t>
            </a:r>
            <a:r>
              <a:rPr lang="en-US" altLang="ko-KR" sz="1400" dirty="0"/>
              <a:t>. </a:t>
            </a:r>
          </a:p>
          <a:p>
            <a:endParaRPr lang="en-US" altLang="ko-KR" sz="1400" dirty="0"/>
          </a:p>
          <a:p>
            <a:r>
              <a:rPr lang="ko-KR" altLang="en-US" sz="1400" dirty="0"/>
              <a:t>실험 결과 </a:t>
            </a:r>
            <a:r>
              <a:rPr lang="en-US" altLang="ko-KR" sz="1400" dirty="0"/>
              <a:t>: </a:t>
            </a:r>
            <a:r>
              <a:rPr lang="ko-KR" altLang="en-US" sz="1400" dirty="0"/>
              <a:t>예비 레포트에서의 실험 목적을 확인 하거나</a:t>
            </a:r>
            <a:r>
              <a:rPr lang="en-US" altLang="ko-KR" sz="1400" dirty="0"/>
              <a:t>, </a:t>
            </a:r>
            <a:r>
              <a:rPr lang="ko-KR" altLang="en-US" sz="1400" dirty="0"/>
              <a:t>실험 </a:t>
            </a:r>
            <a:r>
              <a:rPr lang="en-US" altLang="ko-KR" sz="1400" dirty="0"/>
              <a:t>Data</a:t>
            </a:r>
            <a:r>
              <a:rPr lang="ko-KR" altLang="en-US" sz="1400" dirty="0"/>
              <a:t>에 대한 해석을 해주시면 됩니다</a:t>
            </a:r>
            <a:r>
              <a:rPr lang="en-US" altLang="ko-KR" sz="1400" dirty="0"/>
              <a:t>. </a:t>
            </a:r>
          </a:p>
          <a:p>
            <a:endParaRPr lang="en-US" altLang="ko-KR" sz="1400" dirty="0"/>
          </a:p>
          <a:p>
            <a:r>
              <a:rPr lang="en-US" altLang="ko-KR" sz="1400" dirty="0"/>
              <a:t>4. </a:t>
            </a:r>
            <a:r>
              <a:rPr lang="ko-KR" altLang="en-US" sz="1400" dirty="0"/>
              <a:t>결론 </a:t>
            </a:r>
            <a:r>
              <a:rPr lang="en-US" altLang="ko-KR" sz="1400" dirty="0"/>
              <a:t>(</a:t>
            </a:r>
            <a:r>
              <a:rPr lang="ko-KR" altLang="en-US" sz="1400" dirty="0"/>
              <a:t>오차율 계산</a:t>
            </a:r>
            <a:r>
              <a:rPr lang="en-US" altLang="ko-KR" sz="1400" dirty="0"/>
              <a:t>)</a:t>
            </a:r>
          </a:p>
          <a:p>
            <a:r>
              <a:rPr lang="ko-KR" altLang="en-US" sz="1400" dirty="0" err="1"/>
              <a:t>이론값과</a:t>
            </a:r>
            <a:r>
              <a:rPr lang="ko-KR" altLang="en-US" sz="1400" dirty="0"/>
              <a:t> 실험값을 비교하여 오차율을 계산해주시면 됩니다</a:t>
            </a:r>
            <a:r>
              <a:rPr lang="en-US" altLang="ko-KR" sz="14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sz="1400" dirty="0"/>
              <a:t>간혹 오차율이 없는 실험도 있습니다</a:t>
            </a:r>
            <a:r>
              <a:rPr lang="en-US" altLang="ko-KR" sz="1400" dirty="0"/>
              <a:t>. </a:t>
            </a:r>
            <a:r>
              <a:rPr lang="ko-KR" altLang="en-US" sz="1400" dirty="0"/>
              <a:t>수업 내용에 주의해주세요</a:t>
            </a:r>
            <a:r>
              <a:rPr lang="en-US" altLang="ko-KR" sz="14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sz="1400" dirty="0"/>
          </a:p>
          <a:p>
            <a:r>
              <a:rPr lang="en-US" altLang="ko-KR" sz="1400" dirty="0"/>
              <a:t>5. </a:t>
            </a:r>
            <a:r>
              <a:rPr lang="ko-KR" altLang="en-US" sz="1400" dirty="0"/>
              <a:t>토의 및 오차 원인 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 중요</a:t>
            </a:r>
            <a:r>
              <a:rPr lang="en-US" altLang="ko-KR" sz="1400" b="1" dirty="0"/>
              <a:t> )</a:t>
            </a:r>
          </a:p>
          <a:p>
            <a:r>
              <a:rPr lang="ko-KR" altLang="en-US" sz="1400" dirty="0"/>
              <a:t>이론 값과 실험 값의 차이점을 생각하여 적습니다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Ex) </a:t>
            </a:r>
            <a:r>
              <a:rPr lang="ko-KR" altLang="en-US" sz="1400" dirty="0"/>
              <a:t>해당 실험에서의 오차 원인은 </a:t>
            </a:r>
            <a:r>
              <a:rPr lang="en-US" altLang="ko-KR" sz="1400" dirty="0"/>
              <a:t>~~</a:t>
            </a:r>
            <a:r>
              <a:rPr lang="ko-KR" altLang="en-US" sz="1400" dirty="0"/>
              <a:t>라고 생각한다</a:t>
            </a:r>
            <a:r>
              <a:rPr lang="en-US" altLang="ko-KR" sz="1400" dirty="0"/>
              <a:t>. -&gt; </a:t>
            </a:r>
            <a:r>
              <a:rPr lang="ko-KR" altLang="en-US" sz="1400" dirty="0"/>
              <a:t>이에 대한 물리적인 근거 혹은 실험 장비 및 이론에 대해서 근거를 가져오시면 됩니다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b="1" dirty="0"/>
              <a:t>특히 토의 및 오차 원인에서 결과 레포트에 대한 점수 부여가 높으므로</a:t>
            </a:r>
            <a:r>
              <a:rPr lang="en-US" altLang="ko-KR" sz="1400" b="1" dirty="0"/>
              <a:t>, </a:t>
            </a:r>
          </a:p>
          <a:p>
            <a:r>
              <a:rPr lang="ko-KR" altLang="en-US" sz="1400" b="1" dirty="0"/>
              <a:t>사고 실험 및 깊게 생각을 해보는 과정을 적어 주시면 좋은 점수를 받을 수 있습니다</a:t>
            </a:r>
            <a:r>
              <a:rPr lang="en-US" altLang="ko-KR" sz="1400" b="1" dirty="0"/>
              <a:t>!</a:t>
            </a:r>
          </a:p>
          <a:p>
            <a:r>
              <a:rPr lang="ko-KR" altLang="en-US" sz="1400" dirty="0"/>
              <a:t> </a:t>
            </a:r>
            <a:endParaRPr lang="en-US" altLang="ko-KR" sz="1400" dirty="0"/>
          </a:p>
          <a:p>
            <a:r>
              <a:rPr lang="en-US" altLang="ko-KR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5778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10600-8253-43FE-EC85-24FF95090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A629C9-D9A1-6F9E-9581-66EDF2588034}"/>
              </a:ext>
            </a:extLst>
          </p:cNvPr>
          <p:cNvSpPr txBox="1"/>
          <p:nvPr/>
        </p:nvSpPr>
        <p:spPr>
          <a:xfrm>
            <a:off x="457574" y="775253"/>
            <a:ext cx="431613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Wingdings" panose="05000000000000000000" pitchFamily="2" charset="2"/>
              <a:buChar char="v"/>
            </a:pPr>
            <a:r>
              <a:rPr lang="ko-KR" altLang="en-US" sz="2400" dirty="0"/>
              <a:t> </a:t>
            </a:r>
            <a:r>
              <a:rPr lang="ko-KR" altLang="en-US" sz="2700" dirty="0"/>
              <a:t>공지용 오픈채팅방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23D77-721C-FC1A-8A49-C15D757A78FD}"/>
              </a:ext>
            </a:extLst>
          </p:cNvPr>
          <p:cNvSpPr txBox="1"/>
          <p:nvPr/>
        </p:nvSpPr>
        <p:spPr>
          <a:xfrm>
            <a:off x="457574" y="1743442"/>
            <a:ext cx="10475897" cy="17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ko-KR" altLang="en-US" dirty="0"/>
              <a:t>기본적으로 모든 공지는 오픈채팅방을 사용하여 진행함</a:t>
            </a:r>
            <a:r>
              <a:rPr kumimoji="1"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ko-KR" altLang="en-US" dirty="0"/>
              <a:t>오픈채팅방 내에 질문용 </a:t>
            </a:r>
            <a:r>
              <a:rPr kumimoji="1" lang="en-US" altLang="ko-KR" dirty="0"/>
              <a:t>1:1 </a:t>
            </a:r>
            <a:r>
              <a:rPr kumimoji="1" lang="ko-KR" altLang="en-US" dirty="0"/>
              <a:t>오픈채팅방이 있음</a:t>
            </a:r>
            <a:r>
              <a:rPr kumimoji="1" lang="en-US" altLang="ko-KR" dirty="0"/>
              <a:t>. </a:t>
            </a:r>
            <a:r>
              <a:rPr kumimoji="1" lang="ko-KR" altLang="en-US" dirty="0"/>
              <a:t>질문은 </a:t>
            </a:r>
            <a:r>
              <a:rPr kumimoji="1" lang="en-US" altLang="ko-KR" dirty="0"/>
              <a:t>1:1 </a:t>
            </a:r>
            <a:r>
              <a:rPr kumimoji="1" lang="ko-KR" altLang="en-US" dirty="0"/>
              <a:t>오픈채팅방에서 받을 예정임</a:t>
            </a:r>
            <a:r>
              <a:rPr kumimoji="1"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ko-KR" altLang="en-US" dirty="0"/>
              <a:t>질문은 메일보다 오픈채팅방이 빠르게 답변할 수 있음</a:t>
            </a:r>
            <a:r>
              <a:rPr kumimoji="1"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ko-KR" altLang="en-US" dirty="0"/>
              <a:t>오픈채팅방 링크</a:t>
            </a:r>
            <a:r>
              <a:rPr kumimoji="1" lang="en-US" altLang="ko-KR" dirty="0"/>
              <a:t>: </a:t>
            </a:r>
            <a:r>
              <a:rPr lang="en-US" altLang="ko-KR" dirty="0">
                <a:hlinkClick r:id="rId2"/>
              </a:rPr>
              <a:t>https://open.kakao.com/o/g0E9bRji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22185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543</Words>
  <Application>Microsoft Office PowerPoint</Application>
  <PresentationFormat>와이드스크린</PresentationFormat>
  <Paragraphs>65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Wingdings</vt:lpstr>
      <vt:lpstr>Office 테마</vt:lpstr>
      <vt:lpstr>물리학 실험 1   임호준 교수님 목요일 13시 수업 이나영 조교 (leena0.0406@mju.ac.kr)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윤해상</dc:creator>
  <cp:lastModifiedBy>이나영</cp:lastModifiedBy>
  <cp:revision>5</cp:revision>
  <dcterms:created xsi:type="dcterms:W3CDTF">2026-03-05T01:29:41Z</dcterms:created>
  <dcterms:modified xsi:type="dcterms:W3CDTF">2026-03-05T08:48:50Z</dcterms:modified>
</cp:coreProperties>
</file>